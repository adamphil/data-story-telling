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3" r:id="rId3"/>
    <p:sldId id="264" r:id="rId4"/>
    <p:sldId id="257" r:id="rId5"/>
    <p:sldId id="258" r:id="rId6"/>
    <p:sldId id="262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7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4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3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5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7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3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6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94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9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774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5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80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873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kaggle.com/datasets/mosapabdelghany/adult-income-prediction-datas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86DA0B3D-7D59-EF1E-6609-838F7EBD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7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FF46E0-F4B6-D19F-96BB-81AD7C535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1994 Adult Census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58FC6-61FF-5A08-5807-373DE506A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anchor="ctr">
            <a:normAutofit/>
          </a:bodyPr>
          <a:lstStyle/>
          <a:p>
            <a:pPr algn="r"/>
            <a:r>
              <a:rPr lang="en-US" sz="2400" dirty="0"/>
              <a:t>Income Analysis</a:t>
            </a:r>
          </a:p>
        </p:txBody>
      </p:sp>
    </p:spTree>
    <p:extLst>
      <p:ext uri="{BB962C8B-B14F-4D97-AF65-F5344CB8AC3E}">
        <p14:creationId xmlns:p14="http://schemas.microsoft.com/office/powerpoint/2010/main" val="1202747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FF521-A157-A137-FCA3-C2FB8F4CA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The Dataset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EA0E7-63C7-A0B8-763E-1E9C0374F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https://www.kaggle.com/datasets/mosapabdelghany/adult-income-prediction-dataset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Demographic and employment-related attributes of individuals from the 1994 U.S. Census database</a:t>
            </a:r>
          </a:p>
        </p:txBody>
      </p:sp>
      <p:pic>
        <p:nvPicPr>
          <p:cNvPr id="5" name="Picture 4" descr="Colorful carved figures of humans">
            <a:extLst>
              <a:ext uri="{FF2B5EF4-FFF2-40B4-BE49-F238E27FC236}">
                <a16:creationId xmlns:a16="http://schemas.microsoft.com/office/drawing/2014/main" id="{1A1FC8F4-9343-573F-383F-23F36290B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37" r="19904" b="-1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63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F9463-3D34-287A-9B56-BAD27746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Questions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645DE-61B3-7019-E665-D22798BE4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r>
              <a:rPr lang="en-US" dirty="0"/>
              <a:t>What demographics were most likely to make more than $50,000 annually in 1994?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Age Groups</a:t>
            </a:r>
          </a:p>
          <a:p>
            <a:pPr lvl="1"/>
            <a:r>
              <a:rPr lang="en-US" dirty="0"/>
              <a:t>Sex/Gender</a:t>
            </a:r>
          </a:p>
          <a:p>
            <a:pPr lvl="1"/>
            <a:r>
              <a:rPr lang="en-US" dirty="0"/>
              <a:t>Level of education</a:t>
            </a:r>
          </a:p>
          <a:p>
            <a:pPr lvl="1"/>
            <a:r>
              <a:rPr lang="en-US" dirty="0"/>
              <a:t>Race</a:t>
            </a:r>
          </a:p>
          <a:p>
            <a:pPr lvl="1"/>
            <a:r>
              <a:rPr lang="en-US" dirty="0"/>
              <a:t>Country of origin</a:t>
            </a:r>
          </a:p>
          <a:p>
            <a:endParaRPr lang="en-US" dirty="0"/>
          </a:p>
        </p:txBody>
      </p:sp>
      <p:pic>
        <p:nvPicPr>
          <p:cNvPr id="5" name="Picture 4" descr="Question marks in a line and one question mark is lit">
            <a:extLst>
              <a:ext uri="{FF2B5EF4-FFF2-40B4-BE49-F238E27FC236}">
                <a16:creationId xmlns:a16="http://schemas.microsoft.com/office/drawing/2014/main" id="{2C24A667-5C1C-B32D-7DB9-E2F697FBB8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827" b="-2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50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64DF4-7E02-E4F0-DB81-F194D3C7D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/>
              <a:t>Income by Age group</a:t>
            </a:r>
            <a:br>
              <a:rPr lang="en-US" sz="4400"/>
            </a:br>
            <a:br>
              <a:rPr lang="en-US" sz="4400"/>
            </a:br>
            <a:endParaRPr lang="en-US" sz="4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4B413D-FA44-8833-2AA4-1F0CA75EE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43" y="723900"/>
            <a:ext cx="7026235" cy="54102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45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14F1E-373E-DBD5-202B-0ED04288B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Income by sex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F6449B-0C84-D918-25DE-0B6779EE0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057" y="723900"/>
            <a:ext cx="7049121" cy="54102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666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C8E39-2726-335D-6E05-89ECDEDD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42663D8-A5E1-E31D-01D8-06AC2F673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C7D8378-56E0-A704-2948-36C594583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33DC03-F665-F258-4810-3C144151F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903D1-BC86-C78E-C6EA-A5FC3629D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Income by education level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F98AC0-22E0-AE43-F493-21A59BC63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80E9EB-ACA6-FC6A-97B1-6DB17A94A3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402" y="443471"/>
            <a:ext cx="7067279" cy="641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6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4A6AB-9F53-D6D0-A621-29840D43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Income by Race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CC07F9-6C86-9DB2-A5C3-8DE98E067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057" y="723900"/>
            <a:ext cx="7049121" cy="54102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648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55A15-FA48-4A97-77D3-7ADE85583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9165" y="1361440"/>
            <a:ext cx="3324281" cy="26946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Income by country of origin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5500B4-3F8D-F3F3-80A6-2375B7B927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543" y="723900"/>
            <a:ext cx="7189635" cy="54102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491F31-6557-2984-60B7-24907747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82959" y="662940"/>
            <a:ext cx="0" cy="55321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62487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85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Univers Condensed</vt:lpstr>
      <vt:lpstr>ChronicleVTI</vt:lpstr>
      <vt:lpstr>1994 Adult Census Data</vt:lpstr>
      <vt:lpstr>The Dataset</vt:lpstr>
      <vt:lpstr>Questions</vt:lpstr>
      <vt:lpstr>Income by Age group  </vt:lpstr>
      <vt:lpstr>Income by sex</vt:lpstr>
      <vt:lpstr>Income by education level</vt:lpstr>
      <vt:lpstr>Income by Race</vt:lpstr>
      <vt:lpstr>Income by country of origin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Philips</dc:creator>
  <cp:lastModifiedBy>Adam Philips</cp:lastModifiedBy>
  <cp:revision>3</cp:revision>
  <dcterms:created xsi:type="dcterms:W3CDTF">2026-02-14T21:42:22Z</dcterms:created>
  <dcterms:modified xsi:type="dcterms:W3CDTF">2026-02-14T23:26:10Z</dcterms:modified>
</cp:coreProperties>
</file>